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4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13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7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20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0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27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02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7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6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6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6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50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02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5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056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548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128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4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3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Job Searching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smtClean="0"/>
              <a:t>Job </a:t>
            </a:r>
            <a:r>
              <a:rPr dirty="0"/>
              <a:t>Applications and </a:t>
            </a:r>
            <a:r>
              <a:rPr dirty="0" smtClean="0"/>
              <a:t>Recruitment</a:t>
            </a:r>
            <a:endParaRPr lang="en-US" dirty="0" smtClean="0"/>
          </a:p>
          <a:p>
            <a:r>
              <a:rPr lang="en-US" dirty="0" smtClean="0"/>
              <a:t>Syste</a:t>
            </a:r>
            <a:r>
              <a:rPr lang="en-US" dirty="0"/>
              <a:t>m</a:t>
            </a:r>
            <a:endParaRPr dirty="0"/>
          </a:p>
          <a:p>
            <a:endParaRPr dirty="0"/>
          </a:p>
          <a:p>
            <a:r>
              <a:rPr dirty="0"/>
              <a:t>Submitted by: </a:t>
            </a:r>
            <a:r>
              <a:rPr lang="en-US" dirty="0" smtClean="0"/>
              <a:t>Arun M &amp; Vinith 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Job Searching Portal is a comprehensive CLI-based application automating job search and recruitment</a:t>
            </a:r>
            <a:r>
              <a:rPr dirty="0" smtClean="0"/>
              <a:t>.</a:t>
            </a:r>
            <a:endParaRPr dirty="0"/>
          </a:p>
          <a:p>
            <a:r>
              <a:rPr dirty="0"/>
              <a:t>Objectives:</a:t>
            </a:r>
          </a:p>
          <a:p>
            <a:r>
              <a:rPr dirty="0" smtClean="0"/>
              <a:t>Enable </a:t>
            </a:r>
            <a:r>
              <a:rPr dirty="0"/>
              <a:t>applicants to search, apply, and track job applications.</a:t>
            </a:r>
          </a:p>
          <a:p>
            <a:r>
              <a:rPr dirty="0" smtClean="0"/>
              <a:t>Allow </a:t>
            </a:r>
            <a:r>
              <a:rPr dirty="0"/>
              <a:t>companies to manage job advertisements.</a:t>
            </a:r>
          </a:p>
          <a:p>
            <a:r>
              <a:rPr dirty="0" smtClean="0"/>
              <a:t>Provide </a:t>
            </a:r>
            <a:r>
              <a:rPr dirty="0"/>
              <a:t>admin monitoring and CRUD operations.</a:t>
            </a:r>
          </a:p>
          <a:p>
            <a:r>
              <a:rPr dirty="0" smtClean="0"/>
              <a:t>Ensure </a:t>
            </a:r>
            <a:r>
              <a:rPr dirty="0"/>
              <a:t>data persistence via JDBC and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Problem: Traditional job portals are complex and web-heavy.</a:t>
            </a:r>
          </a:p>
          <a:p>
            <a:r>
              <a:rPr dirty="0"/>
              <a:t>Solution: A lightweight CLI-based system for educational and automation use</a:t>
            </a:r>
            <a:r>
              <a:rPr dirty="0" smtClean="0"/>
              <a:t>.</a:t>
            </a:r>
            <a:endParaRPr dirty="0"/>
          </a:p>
          <a:p>
            <a:r>
              <a:rPr dirty="0"/>
              <a:t>Scope:</a:t>
            </a:r>
          </a:p>
          <a:p>
            <a:r>
              <a:rPr dirty="0" smtClean="0"/>
              <a:t>Modules</a:t>
            </a:r>
            <a:r>
              <a:rPr dirty="0"/>
              <a:t>: Login, Registration, Apply Jobs, Post Ads, Track Status, Alerts.</a:t>
            </a:r>
          </a:p>
          <a:p>
            <a:r>
              <a:rPr dirty="0" smtClean="0"/>
              <a:t>Limitations</a:t>
            </a:r>
            <a:r>
              <a:rPr dirty="0"/>
              <a:t>: Simulated emails, text-based resumes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/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Implements Job Portal using Java, JDBC, and MySQL.</a:t>
            </a:r>
          </a:p>
          <a:p>
            <a:r>
              <a:rPr dirty="0" smtClean="0"/>
              <a:t>Modular </a:t>
            </a:r>
            <a:r>
              <a:rPr dirty="0"/>
              <a:t>OOP Design: User, Job, Application, Resume classes.</a:t>
            </a:r>
          </a:p>
          <a:p>
            <a:r>
              <a:rPr dirty="0" smtClean="0"/>
              <a:t>DAO </a:t>
            </a:r>
            <a:r>
              <a:rPr dirty="0"/>
              <a:t>Pattern for CRUD operations.</a:t>
            </a:r>
          </a:p>
          <a:p>
            <a:r>
              <a:rPr dirty="0" smtClean="0"/>
              <a:t>Security</a:t>
            </a:r>
            <a:r>
              <a:rPr dirty="0"/>
              <a:t>: Role-based access with authentication.</a:t>
            </a:r>
          </a:p>
          <a:p>
            <a:r>
              <a:rPr dirty="0" smtClean="0"/>
              <a:t>Features</a:t>
            </a:r>
            <a:r>
              <a:rPr dirty="0"/>
              <a:t>: Search, Apply, Email Alerts (simulated).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Benefits:</a:t>
            </a:r>
          </a:p>
          <a:p>
            <a:r>
              <a:rPr dirty="0" smtClean="0"/>
              <a:t>Automation </a:t>
            </a:r>
            <a:r>
              <a:rPr dirty="0"/>
              <a:t>and efficiency.</a:t>
            </a:r>
          </a:p>
          <a:p>
            <a:r>
              <a:rPr dirty="0" smtClean="0"/>
              <a:t>Scalable </a:t>
            </a:r>
            <a:r>
              <a:rPr dirty="0"/>
              <a:t>and educational.</a:t>
            </a:r>
          </a:p>
          <a:p>
            <a:r>
              <a:rPr dirty="0" smtClean="0"/>
              <a:t>Demonstrates </a:t>
            </a:r>
            <a:r>
              <a:rPr dirty="0"/>
              <a:t>Java OOP and DB normalization.</a:t>
            </a:r>
          </a:p>
          <a:p>
            <a:endParaRPr dirty="0"/>
          </a:p>
          <a:p>
            <a:r>
              <a:rPr dirty="0"/>
              <a:t>Future Enhancements:</a:t>
            </a:r>
          </a:p>
          <a:p>
            <a:r>
              <a:rPr dirty="0" smtClean="0"/>
              <a:t>Real </a:t>
            </a:r>
            <a:r>
              <a:rPr dirty="0"/>
              <a:t>email integration.</a:t>
            </a:r>
          </a:p>
          <a:p>
            <a:r>
              <a:rPr dirty="0" smtClean="0"/>
              <a:t>Resume </a:t>
            </a:r>
            <a:r>
              <a:rPr dirty="0"/>
              <a:t>file uploads.</a:t>
            </a:r>
          </a:p>
          <a:p>
            <a:r>
              <a:rPr dirty="0" smtClean="0"/>
              <a:t>Web </a:t>
            </a:r>
            <a:r>
              <a:rPr dirty="0"/>
              <a:t>UI using JSP/Servlets or Spring Boot.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93664"/>
            <a:ext cx="6798734" cy="1303867"/>
          </a:xfrm>
        </p:spPr>
        <p:txBody>
          <a:bodyPr/>
          <a:lstStyle/>
          <a:p>
            <a:r>
              <a:rPr u="sng" dirty="0">
                <a:solidFill>
                  <a:schemeClr val="tx1"/>
                </a:solidFill>
              </a:rPr>
              <a:t>ER Diagram</a:t>
            </a:r>
          </a:p>
        </p:txBody>
      </p:sp>
      <p:pic>
        <p:nvPicPr>
          <p:cNvPr id="1026" name="Picture 2" descr="Generated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09" y="1814945"/>
            <a:ext cx="7033491" cy="412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Keywords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Keywords: Java, JDBC, MySQL, CLI, Job Portal, CRUD, Role-Based Access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r>
              <a:rPr dirty="0"/>
              <a:t>The Job Searching Portal automates recruitment operations through a role-based CLI system integrating Java and MySQL, providing efficiency, educational value, and scalability.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0" b="13289"/>
          <a:stretch/>
        </p:blipFill>
        <p:spPr>
          <a:xfrm>
            <a:off x="692728" y="602672"/>
            <a:ext cx="7592291" cy="542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2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</TotalTime>
  <Words>266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Job Searching Portal</vt:lpstr>
      <vt:lpstr>Overview and Objectives</vt:lpstr>
      <vt:lpstr>Problem Statement &amp; Scope</vt:lpstr>
      <vt:lpstr>Abstract / Technical Details</vt:lpstr>
      <vt:lpstr>Benefits &amp; Future Enhancements</vt:lpstr>
      <vt:lpstr>ER Diagram</vt:lpstr>
      <vt:lpstr>Keywords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Searching Portal</dc:title>
  <dc:subject/>
  <dc:creator>Arun M</dc:creator>
  <cp:keywords/>
  <dc:description>generated using python-pptx</dc:description>
  <cp:lastModifiedBy>admin</cp:lastModifiedBy>
  <cp:revision>11</cp:revision>
  <dcterms:created xsi:type="dcterms:W3CDTF">2013-01-27T09:14:16Z</dcterms:created>
  <dcterms:modified xsi:type="dcterms:W3CDTF">2025-10-10T12:33:10Z</dcterms:modified>
  <cp:category/>
</cp:coreProperties>
</file>